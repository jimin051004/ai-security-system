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4A0B"/>
    <a:srgbClr val="EA8D77"/>
    <a:srgbClr val="FFFFFF"/>
    <a:srgbClr val="EEAD94"/>
    <a:srgbClr val="ABB2BF"/>
    <a:srgbClr val="C678DD"/>
    <a:srgbClr val="EDF2F9"/>
    <a:srgbClr val="DBE9F5"/>
    <a:srgbClr val="B7CFEB"/>
    <a:srgbClr val="ABC7D7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2"/>
    <p:restoredTop sz="94832"/>
  </p:normalViewPr>
  <p:slideViewPr>
    <p:cSldViewPr snapToGrid="0">
      <p:cViewPr varScale="1">
        <p:scale>
          <a:sx n="128" d="100"/>
          <a:sy n="128" d="100"/>
        </p:scale>
        <p:origin x="24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7F70-EA10-A244-B4EC-97DCCEDDF3BB}" type="datetimeFigureOut">
              <a:rPr kumimoji="1" lang="ko-KR" altLang="en-US" smtClean="0"/>
              <a:t>2026. 4. 9.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3AF75-BD99-654F-8CFD-2AA14284C9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518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9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30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3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7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7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1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9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18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11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51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028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6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인공지능 기반의 취약점 점검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OWASP Top 10 : 2025 · 리버스 프록시 WAF · FastAPI · Juice Shop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프로젝트 개요 · 목적 · 기술 스택</a:t>
            </a:r>
          </a:p>
          <a:p>
            <a:pPr/>
            <a:r>
              <a:t>동작 방식 · 기술적 특징(다층 분석·점수·오탐·룰)</a:t>
            </a:r>
          </a:p>
          <a:p>
            <a:pPr/>
            <a:r>
              <a:t>OWASP 모듈(a01~a10) 탐지 방법 요약</a:t>
            </a:r>
          </a:p>
          <a:p>
            <a:pPr/>
            <a:r>
              <a:t>진행 상황 · 로드맵 ·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클라이언트와 업스트림 웹앱 사이 리버스 프록시형 WAF</a:t>
            </a:r>
          </a:p>
          <a:p>
            <a:pPr/>
            <a:r>
              <a:t>HTTP 요청을 OWASP Top 10 : 2025 기준으로 점검·차단·기록</a:t>
            </a:r>
          </a:p>
          <a:p>
            <a:pPr/>
            <a:r>
              <a:t>검증 타깃: OWASP Juice Shop (Docker, 포트 3001)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요청 단위 보안 점검 파이프라인 구현·실험</a:t>
            </a:r>
          </a:p>
          <a:p>
            <a:pPr/>
            <a:r>
              <a:t>탐지·차단·SQLite 로그 재현 가능 검증</a:t>
            </a:r>
          </a:p>
          <a:p>
            <a:pPr/>
            <a:r>
              <a:t>규칙 1차 탐지 + 향후 로컬 LLM 요약·보조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Python, FastAPI, Uvicorn, httpx, Jinja2</a:t>
            </a:r>
          </a:p>
          <a:p>
            <a:pPr/>
            <a:r>
              <a:t>SQLite, Docker, pytest · verification/</a:t>
            </a:r>
          </a:p>
          <a:p>
            <a:pPr/>
            <a:r>
              <a:t>UPSTREAM_URL, WAF_*, TRAFFIC_LOG_DB 환경 변수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동작 방식 (요청 → 점검 → 차단/통과)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request_to_context → detector.scan_request (a01~a10)</a:t>
            </a:r>
          </a:p>
          <a:p>
            <a:pPr/>
            <a:r>
              <a:t>Finding 집계 · waf_blocking_findings (A05- 별도 정책)</a:t>
            </a:r>
          </a:p>
          <a:p>
            <a:pPr/>
            <a:r>
              <a:t>통과 시 httpx 업스트림 · 응답 URL rewrite · traffic_log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932"/>
                </a:solidFill>
              </a:defRPr>
            </a:pPr>
            <a:r>
              <a:t>프로젝트 진행 — 기술적 특징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577840" cy="1234440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txBody>
          <a:bodyPr wrap="square" lIns="109728" tIns="73152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다층 분석 엔진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정규식·패턴 / JSON·쿼리 구조 분석 / 경로·메서드·레이트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577840" cy="1234440"/>
          </a:xfrm>
          <a:prstGeom prst="rect">
            <a:avLst/>
          </a:prstGeom>
          <a:solidFill>
            <a:srgbClr val="E15C3D"/>
          </a:solidFill>
          <a:ln>
            <a:noFill/>
          </a:ln>
        </p:spPr>
        <p:txBody>
          <a:bodyPr wrap="square" lIns="109728" tIns="73152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신뢰도·점수(심각도)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Shannon 엔트로피 가산 · base_score · WAF_BLOCK_MIN_SEVERITY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5577840" cy="1234440"/>
          </a:xfrm>
          <a:prstGeom prst="rect">
            <a:avLst/>
          </a:prstGeom>
          <a:solidFill>
            <a:srgbClr val="E78A67"/>
          </a:solidFill>
          <a:ln>
            <a:noFill/>
          </a:ln>
        </p:spPr>
        <p:txBody>
          <a:bodyPr wrap="square" lIns="109728" tIns="73152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오탐 완화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위치별 스킵 · URL 디코딩 후 매칭 · 차단 임계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514600"/>
            <a:ext cx="5577840" cy="1234440"/>
          </a:xfrm>
          <a:prstGeom prst="rect">
            <a:avLst/>
          </a:prstGeom>
          <a:solidFill>
            <a:srgbClr val="3D9072"/>
          </a:solidFill>
          <a:ln>
            <a:noFill/>
          </a:ln>
        </p:spPr>
        <p:txBody>
          <a:bodyPr wrap="square" lIns="109728" tIns="73152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4. 의존성·공급망 신호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A03 계획: lockfile 경로 노출 탐지 (CVE 자동 대조는 범위 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338560" cy="1143000"/>
          </a:xfrm>
          <a:prstGeom prst="rect">
            <a:avLst/>
          </a:prstGeom>
          <a:solidFill>
            <a:srgbClr val="A74B40"/>
          </a:solidFill>
          <a:ln>
            <a:noFill/>
          </a:ln>
        </p:spPr>
        <p:txBody>
          <a:bodyPr wrap="square" lIns="109728" tIns="73152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5. 패턴·룰 운영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OWASP 모듈 a01~a10 · 규칙 ID · 환경 변수 · body_preview 상한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모듈 탐지 방법 (요약)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A05 Injection: 정규식 다중 룰 · 경로·쿼리·body_preview·헤더</a:t>
            </a:r>
          </a:p>
          <a:p>
            <a:pPr/>
            <a:r>
              <a:t>A06 설계: json.loads 키·값 + 정규식 폴백 + 경로·메서드 + IP 레이트</a:t>
            </a:r>
          </a:p>
          <a:p>
            <a:pPr/>
            <a:r>
              <a:t>A10 예외: 정규식 + JSON 구조 + 엔트로피 가산</a:t>
            </a:r>
          </a:p>
          <a:p>
            <a:pPr/>
            <a:r>
              <a:t>A01~A04, A07~A09: 미완성 (§6.4 계획 — 경로·레이트·쿼리 비밀 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진행 상황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규칙 구현: A05, A10 / 코드 다수: A06</a:t>
            </a:r>
          </a:p>
          <a:p>
            <a:pPr/>
            <a:r>
              <a:t>대시보드 implementation: a05·a10 = rules, 나머지 skeleton</a:t>
            </a:r>
          </a:p>
          <a:p>
            <a:pPr/>
            <a:r>
              <a:t>프록시·대시보드·SQLite·verification 구현됨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미완성 모듈 규칙 보강 (A02→A07→A01 … 순 제안)</a:t>
            </a:r>
          </a:p>
          <a:p>
            <a:pPr/>
            <a:r>
              <a:t>로컬 LLM PoC · 선택적 2차 판단 · RAG(docs/)</a:t>
            </a:r>
          </a:p>
          <a:p>
            <a:pPr/>
            <a:r>
              <a:t>골든 페이로드·CI·튜닝 가이드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현재: 웹 요청 단위 점검·차단·기록·대시보드 동작</a:t>
            </a:r>
          </a:p>
          <a:p>
            <a:pPr/>
            <a:r>
              <a:t>향후: 모듈 보강 + LLM 기반 요약·보조로 완성</a:t>
            </a:r>
          </a:p>
          <a:p>
            <a:pPr/>
            <a:r>
              <a:t>감사합니다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2043</Words>
  <Application>Microsoft Macintosh PowerPoint</Application>
  <PresentationFormat>와이드스크린</PresentationFormat>
  <Paragraphs>375</Paragraphs>
  <Slides>29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Pretendard Black</vt:lpstr>
      <vt:lpstr>Arial</vt:lpstr>
      <vt:lpstr>Neue Haas Grotesk Text Pro</vt:lpstr>
      <vt:lpstr>Wingdings</vt:lpstr>
      <vt:lpstr>VanillaVTI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지민 이</cp:lastModifiedBy>
  <cp:revision>150</cp:revision>
  <dcterms:created xsi:type="dcterms:W3CDTF">2022-12-09T01:31:23Z</dcterms:created>
  <dcterms:modified xsi:type="dcterms:W3CDTF">2026-04-09T06:38:59Z</dcterms:modified>
</cp:coreProperties>
</file>